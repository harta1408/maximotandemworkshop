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4643" autoAdjust="0"/>
  </p:normalViewPr>
  <p:slideViewPr>
    <p:cSldViewPr>
      <p:cViewPr>
        <p:scale>
          <a:sx n="100" d="100"/>
          <a:sy n="100" d="100"/>
        </p:scale>
        <p:origin x="-1120" y="-8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2E9BC9-F1DD-45FF-24F4-23D9838EE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A9A869-339E-92AC-D3CA-1E336EAEE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27AB79-7EC7-5351-2494-2389E2653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9E9333-FDA3-94F1-BE9F-4ACAE5C9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D1AEB-F120-0729-F8BA-FD6C3B0EC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FD5943-01B6-A2EC-1BA5-E25C3ED61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4BE142-967B-2396-7746-19C3020BF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BC0290-7F66-412B-CFF4-D28C4A07B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90AEDD-DACA-1F92-24E3-07ADB0499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FC900F-F1F1-56BC-2E9D-7CB283A84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43B822-16F3-6164-90ED-5BA56517F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6030A5-CF64-CB45-74B4-7358E964B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PT Anagile Kharisma Utama</cp:lastModifiedBy>
  <cp:revision>2</cp:revision>
  <dcterms:created xsi:type="dcterms:W3CDTF">2006-08-16T00:00:00Z</dcterms:created>
  <dcterms:modified xsi:type="dcterms:W3CDTF">2026-06-30T22:40:04Z</dcterms:modified>
</cp:coreProperties>
</file>