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579" autoAdjust="0"/>
  </p:normalViewPr>
  <p:slideViewPr>
    <p:cSldViewPr>
      <p:cViewPr varScale="1">
        <p:scale>
          <a:sx n="72" d="100"/>
          <a:sy n="72" d="100"/>
        </p:scale>
        <p:origin x="10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8A680C-5A33-315B-9315-3F32F2928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56532B-552D-24F2-05EF-E9DA73630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745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CE91AF-D660-79AA-07C7-0CD0C2450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51DAEC-06A7-5E53-63E9-BFC4FFAF3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92C2E1-3BB2-4522-3C76-E69C71C6C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62206C-2094-BD1F-8E9A-D9CA9865D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977F1A-9111-1114-5F9C-1C29088A7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C9E287-6AD7-25CC-80E5-9AB634467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14110B-B008-6769-934E-FC4C7C0B6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0" y="8636410"/>
            <a:ext cx="1600200" cy="469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PT Anagile Kharisma Utama</cp:lastModifiedBy>
  <cp:revision>2</cp:revision>
  <dcterms:created xsi:type="dcterms:W3CDTF">2006-08-16T00:00:00Z</dcterms:created>
  <dcterms:modified xsi:type="dcterms:W3CDTF">2026-06-30T22:44:22Z</dcterms:modified>
</cp:coreProperties>
</file>