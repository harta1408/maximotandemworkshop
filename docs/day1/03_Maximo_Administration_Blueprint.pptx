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 autoAdjust="0"/>
    <p:restoredTop sz="94579" autoAdjust="0"/>
  </p:normalViewPr>
  <p:slideViewPr>
    <p:cSldViewPr>
      <p:cViewPr>
        <p:scale>
          <a:sx n="90" d="100"/>
          <a:sy n="90" d="100"/>
        </p:scale>
        <p:origin x="16" y="-7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48D06C-CD2B-667F-F706-292BD28BF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1" y="7543800"/>
            <a:ext cx="18288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573EFD-DBC3-4710-5ECD-A5BCB5071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36982D-7D5B-F1A7-10D0-006ECD96E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0ABB5C-F631-F5FF-9F15-FC4669E79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B67619-BBA9-A152-1C87-DCB0ABC04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1741ED-AD98-21D0-3C2D-140374419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8C8B61-B741-B2AF-A063-F8148C61E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DB9933-4C62-DCC7-329C-F3A0F30FF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9A389C-4BA6-F68C-D71A-64527B364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C83FDD-89EE-576E-1226-11B1AC970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3BB1EE-7AA8-CB87-55CC-ED50FD245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CAB0B9-6609-ECD0-A174-F6BB23C81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5526D6-5176-C3BF-A0DE-44BEB246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PT Anagile Kharisma Utama</cp:lastModifiedBy>
  <cp:revision>3</cp:revision>
  <dcterms:created xsi:type="dcterms:W3CDTF">2006-08-16T00:00:00Z</dcterms:created>
  <dcterms:modified xsi:type="dcterms:W3CDTF">2026-06-30T22:43:50Z</dcterms:modified>
</cp:coreProperties>
</file>